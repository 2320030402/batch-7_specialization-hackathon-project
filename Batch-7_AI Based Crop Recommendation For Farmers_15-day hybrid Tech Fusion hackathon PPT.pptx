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338" r:id="rId3"/>
    <p:sldId id="322" r:id="rId4"/>
    <p:sldId id="351" r:id="rId5"/>
    <p:sldId id="357" r:id="rId6"/>
    <p:sldId id="350" r:id="rId7"/>
    <p:sldId id="353" r:id="rId8"/>
    <p:sldId id="354" r:id="rId9"/>
    <p:sldId id="358" r:id="rId10"/>
    <p:sldId id="355" r:id="rId11"/>
    <p:sldId id="356" r:id="rId12"/>
    <p:sldId id="332" r:id="rId13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>
        <p:scale>
          <a:sx n="100" d="100"/>
          <a:sy n="100" d="100"/>
        </p:scale>
        <p:origin x="-110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04-04-2026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04-04-2026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04-04-2026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04-04-2026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04-04-2026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04-04-2026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04-04-2026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04-04-2026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04-04-2026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4521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da-DK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IN" dirty="0"/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PROJECT-BASED LEARNING (PBL) INITIATIVE</a:t>
            </a:r>
            <a:br>
              <a:rPr lang="da-DK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15-DAY HYBRID TECH FUSION HACKATHON 2026</a:t>
            </a:r>
            <a:b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7030A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AI Systems for Visual Intelligence</a:t>
            </a:r>
            <a:b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Project Title</a:t>
            </a:r>
            <a:endParaRPr lang="en-US" altLang="en-US" sz="2400" b="1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213" y="2526889"/>
            <a:ext cx="3962400" cy="17620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No-8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2320030402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Sai Abhiram Reddy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2320030294 – PLV Abhiram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2320030287 – K. Dilip 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04-04-2026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429000"/>
            <a:ext cx="10515600" cy="1521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78263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FBC2701-95BA-0E35-080C-376826925B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61045"/>
            <a:ext cx="95544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Agriculture needs smart decision-making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selection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 best crop based on soil &amp; weather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(Random Forest Classifier)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 crop recommendations based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farmers improve productivity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E61153-6D37-95E4-121F-4B8EB986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B1158C9-4394-4683-D438-50846F7E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C95A6D-7C82-B39D-A1CD-2D3BA8EF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the backbone of many economies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wrong crop leads to losses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are not data-driven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don’t know which crop suits their soil &amp; climate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ML-based system to recommend crops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advisory systems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planning tools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DD32C-8A4A-7ABE-BA5A-4D1D0A96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FFB3C-189E-4836-1766-62D07B7F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DF507F-E5E7-23F1-5BB7-E0BEED2E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53176A4-CD95-FF75-F04B-4715DF89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98532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655"/>
            <a:ext cx="10515600" cy="43950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predicts suitable crops using ML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agricultural productivity using data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weather-based recommendations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interface for farmers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36525"/>
            <a:ext cx="10173182" cy="97768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4114800" cy="500292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(N)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Phosphorus (P)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Potassium (K)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Crop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44834-1475-3488-D23B-EE535467F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298" y="1114205"/>
            <a:ext cx="4774276" cy="57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2" cy="98189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6182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81DBBC60-452D-10ED-00DF-6A38B1A30B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7448"/>
            <a:ext cx="977080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Easy to implement machine learning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ready-to-use ML algorithms like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Used for handling and analyzing dataset (CSV files)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Supports fast numerical computations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(Frontend)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interactive and user-friendly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(Backend)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Connects frontend with ML model and handles API requests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B84E84-0046-76B0-1942-5C96D4D9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4DBB66-B95F-2826-8987-4B036291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7164BE-B14B-F5AE-98F7-1372D764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477"/>
            <a:ext cx="10515600" cy="452317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crops with high accuracy (~90%+ typically)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different soil conditions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Observations: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handles multi-feature data effectively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than single decision tree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BAB56-212C-AD80-BA04-961E77D0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15A9C-D975-3D7B-004C-EFD44B4D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39ABAD-6538-B5F3-3205-43ED78F3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2538CF2-BFCA-79A4-7DB0-C42B26DF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138829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76052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crop recommendation system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make better decisions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of crop failure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dataset quality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consider market demand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IoT sensors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chatbot using AI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price prediction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09988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04-04-2026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DDE8C1-2C41-15F5-8428-E8CB0FBC4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0721"/>
            <a:ext cx="676213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Crop Recommendation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Smart Agriculture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project repositories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tutorials (YouTube, blogs)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04-04-2026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431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Verdana</vt:lpstr>
      <vt:lpstr>Office Theme</vt:lpstr>
      <vt:lpstr>Custom Design</vt:lpstr>
      <vt:lpstr>   PROJECT-BASED LEARNING (PBL) INITIATIVE 15-DAY HYBRID TECH FUSION HACKATHON 2026 AI Systems for Visual Intelligence Project Title</vt:lpstr>
      <vt:lpstr>OUTLINE</vt:lpstr>
      <vt:lpstr>Abstract</vt:lpstr>
      <vt:lpstr>Introduction</vt:lpstr>
      <vt:lpstr>Objectives </vt:lpstr>
      <vt:lpstr>Proposed Method</vt:lpstr>
      <vt:lpstr>Implementation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Dilip Kalavala</cp:lastModifiedBy>
  <cp:revision>183</cp:revision>
  <cp:lastPrinted>2025-06-24T13:51:00Z</cp:lastPrinted>
  <dcterms:created xsi:type="dcterms:W3CDTF">2022-05-20T10:20:00Z</dcterms:created>
  <dcterms:modified xsi:type="dcterms:W3CDTF">2026-04-04T04:27:11Z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